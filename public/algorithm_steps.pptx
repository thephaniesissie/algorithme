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Étapes de l'algorithme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Résumé et étapes détaillées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Étapes de l'algorithme d'affectation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 document décrit, étape par étape, l'algorithme d'affectation utilisé dans l'application, depuis les entrées jusqu'au résultat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But : assigner des éléments (tâches, ressources, personnes) à des cibles selon des critères (coût, capacité, priorité). - Entrées : liste d'éléments à affecter, liste de cibles, matrice de coût/score, contraintes éventuelles.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Résumé des étapes (vue d'ensemble)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Lecture des données d'entrée (éléments, cibles, contraintes). 2. Initialisation des structures (tableaux de coûts, variables d'état, résultats partiels). 3. Boucle principale : recherche d'une meilleure affectation - Pour chaque élément non affecté, évaluer les scores pour chaque cible admissible. - Choisir la meilleure cible selon le critère (minimiser coût ou maximiser score). - Vérifier les contraintes (capacités, exclusivités) et appliquer la décision. - Mettre à jour les structures et marquer l'élément comme affecté. 4. Améliorations/itérations : appliquer un raffinement (ex. échange pair-à-pair, algorithme hongrois, heuristique locale) pour améliorer la solution. 5. Critère d'arrêt : tous les éléments affectés ou plus d'améliorations possibles / itérations atteintes. 6. Calcul des métriques finales (coût total, score total, violation de contraintes) et préparation du résultat.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Détail étape par étape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Lecture des entrées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Charger les listes depuis le modèle ou le backend. - Valider la cohérence (pas d'éléments ou cibles manquantes, coûts définis).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Initialisation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Créer une table `affectation` vide pour stocker les paires (élément → cible). - Initialiser `capacite_restante` pour chaque cible si applicable. - Préparer une file ou liste d'éléments à traiter.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Première passe d'affectation (heuristique gloutonne)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Pour élément e dans la liste non affectée: 1. Calculer `score(e, c)` ou `cost(e, c)` pour chaque cible `c` admissible. 2. Filtrer les cibles qui ne respectent pas les contraintes (ex. capacité atteinte). 3. Sélectionner `c_best = argmin_cost` ou `argmax_score`. 4. Si `c_best` existe: affecter `e → c_best`, décrémenter `capacite_restante[c_best]`. 5. Sinon: marquer `e` non affecté (ou envoyer en file d'attente de résolution manuelle).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Raffinement (optionnel mais recommandé)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Application d'une stratégie d'amélioration: - Algorithme hongrois (pour problèmes d'affectation carrés et coût) pour obtenir solution optimale. - Recherche locale (swap) : parcourir paires d'affectations et tester échanges qui réduisent le coût. - Recuit simulé / métaheuristiques pour grands problèmes.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Vérification et clôture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Vérifier que toutes les contraintes sont respectées. - Calculer métriques finales (coût total, nombre d'éléments non affectés). - Préparer le format de sortie (JSON, affichage UI, export).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Exemple de sortie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`affectation = [{"elementId": "E1", "cibleId": "C3"}, ...]` - `metrics = {"totalCost": 123.4, "unassigned": 0}`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Références dans le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Composant principal : [src/app/affectation/affectation.component.ts](src/app/affectation/affectation.component.ts) --- Fichier généré automatiquement pour export PDF / PowerPoint.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